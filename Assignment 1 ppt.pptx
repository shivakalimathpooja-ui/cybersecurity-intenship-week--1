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F55BC-EABE-4CAE-BEB1-075835E3D856}" v="16" dt="2026-09-07T13:07:22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898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54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233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676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39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254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185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15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26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48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94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169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760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442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763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454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8808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894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192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91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136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5956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1843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254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54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15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331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426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8613" y="2044005"/>
            <a:ext cx="5170070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 Interns Hub</a:t>
            </a:r>
          </a:p>
          <a:p>
            <a:pPr algn="ctr">
              <a:defRPr sz="2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Internship – Week 1</a:t>
            </a:r>
          </a:p>
          <a:p>
            <a:pPr algn="ctr">
              <a:defRPr sz="30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2147" y="580310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Pooja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 Shivakalimath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67995"/>
            <a:ext cx="30149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1040" y="1923175"/>
            <a:ext cx="1078992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 foundation in computer networking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 the 7-layer OSI model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 the 4-layer TCP/IP model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HTTP/HTTPS, FTP, DNS and DHCP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IP addressing and basic subnetting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Practice ping, ipconfig and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tracert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and test a network in Cisco Packet Tracer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16326"/>
            <a:ext cx="35525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 – 7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43923"/>
            <a:ext cx="1051560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– Application: network services for applications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– Presentation: formatting, encryption and compression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– Session: manages communication sessions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– Transport: end-to-end delivery; TCP/UDP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 Network: logical addressing and routing; IP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Data Link: frames and MAC addressing; Ethernet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Physical: transmission of bits over media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4368" y="843260"/>
            <a:ext cx="54916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Model &amp; OSI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4368" y="1590552"/>
            <a:ext cx="1088136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has four commonly described layers: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 – HTTP, HTTPS, DNS, FTP, DHCP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Transport – TCP and UDP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Internet – IP and ICMP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Network Access – Ethernet and Wi-Fi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is a 7-layer reference model. TCP/IP is a practical model used by modern IP networks. TCP/IP Application broadly maps to OSI Application + Presentation + Session, while Network Access broadly maps to OSI Data Link + Physical.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7ACB5-DD07-C7AC-A905-74C00657F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348" y="1104870"/>
            <a:ext cx="4296668" cy="27706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049882"/>
            <a:ext cx="52068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Networking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30897"/>
            <a:ext cx="1069848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/ HTTPS – Web communication; HTTPS adds TLS protection.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 – File transfer between a client and server.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– Converts domain names such as google.com into IP addresses.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 – Automatically assigns IP configuration such as address, subnet mask and gateway.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relevance: protocol knowledge helps analysts understand normal traffic and identify insecure or suspicious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3234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79834"/>
            <a:ext cx="10789920" cy="5055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 addresses are 32-bit logical addresses written as four decimal octets.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IPv4 ranges include: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10.0.0.0/8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172.16.0.0/12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192.168.0.0/16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used in Packet Tracer: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PC0: 192.168.1.10 / 255.255.255.0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Gateway: 192.168.1.1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/24 subnet uses 24 bits for the network portion and 8 bits for hosts.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54C4D-9A5F-A6AA-75A7-5BD9292B8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333" y="1768642"/>
            <a:ext cx="5694947" cy="33207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840" y="1412120"/>
            <a:ext cx="51026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Commands – Practical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40" y="2074783"/>
            <a:ext cx="107899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google.com – tests reachability and measures round-trip time.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ipconfig – displays local IP configuration, subnet mask and gateway.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tracert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google.com – shows the route and intermediate hops toward a destination.</a:t>
            </a: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7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practical screenshots captured real command output from Windows Command Prompt. Some timeouts were visible, demonstrating that real network paths can include non-responsive intermediate devices or packet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4264"/>
            <a:ext cx="49845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 – Practical</a:t>
            </a:r>
          </a:p>
        </p:txBody>
      </p:sp>
      <p:pic>
        <p:nvPicPr>
          <p:cNvPr id="3" name="Picture 2" descr="Screenshot 2026-09-07 001941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4754880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234440"/>
            <a:ext cx="5669280" cy="367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Packet Tracer exercise included: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PC devices and a 2960-24TT switch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Copper Straight-Through connections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IPv4 addressing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Default gateway configuration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Connectivity testing with ping</a:t>
            </a: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6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assignment topology was extended to include a router with gateway address 192.168.1.1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985873"/>
            <a:ext cx="40430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8169"/>
            <a:ext cx="1060704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Successfully built a basic switched network in Packet Tracer.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Learned how IP addresses and subnet masks identify devices and networks.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Tested communication using ping.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Practiced Windows networking commands.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Connected networking theory with a simulated practical environment.</a:t>
            </a: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800">
                <a:solidFill>
                  <a:srgbClr val="32373C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learning direction: routing, subnetting in more depth, ports, packet analysis, network scanning and basic defensive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14</TotalTime>
  <Words>559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Haettenschweiler</vt:lpstr>
      <vt:lpstr>Times New Roman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pooja shivakalimath</dc:creator>
  <cp:keywords/>
  <dc:description>generated using python-pptx</dc:description>
  <cp:lastModifiedBy>pooja shivakalimath</cp:lastModifiedBy>
  <cp:revision>2</cp:revision>
  <dcterms:created xsi:type="dcterms:W3CDTF">2013-01-27T09:14:16Z</dcterms:created>
  <dcterms:modified xsi:type="dcterms:W3CDTF">2026-09-07T13:08:07Z</dcterms:modified>
  <cp:category/>
</cp:coreProperties>
</file>